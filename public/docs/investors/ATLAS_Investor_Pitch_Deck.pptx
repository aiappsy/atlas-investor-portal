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CONFIDENTIAL ANGEL BRIEF • PRE-SEED ROUND</a:t>
            </a:r>
          </a:p>
          <a:p>
            <a:pPr>
              <a:spcBef>
                <a:spcPts val="1000"/>
              </a:spcBef>
              <a:defRPr sz="4400" b="1">
                <a:solidFill>
                  <a:srgbClr val="FFFFFF"/>
                </a:solidFill>
              </a:defRPr>
            </a:pPr>
            <a:r>
              <a:t>ATLAS TRAVEL CLUB</a:t>
            </a:r>
          </a:p>
          <a:p>
            <a:pPr>
              <a:spcBef>
                <a:spcPts val="1200"/>
              </a:spcBef>
              <a:defRPr sz="1800">
                <a:solidFill>
                  <a:srgbClr val="CBD5E1"/>
                </a:solidFill>
              </a:defRPr>
            </a:pPr>
            <a:r>
              <a:t>The Private Members' Travel Club Delivering 30% to 50% Direct Wholesale Savings on Everyday Hotel Stays at 0% Markup.</a:t>
            </a:r>
          </a:p>
          <a:p>
            <a:pPr>
              <a:spcBef>
                <a:spcPts val="2400"/>
              </a:spcBef>
              <a:defRPr sz="1300" b="1">
                <a:solidFill>
                  <a:srgbClr val="10B981"/>
                </a:solidFill>
              </a:defRPr>
            </a:pPr>
            <a:r>
              <a:t>Target Capital: $75,000 USD (YC Post-Money SAFE)  |  Valuation Cap: $1,750,000 USD  |  Min Check: $5,000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Founder: Pål Juritzen  •  Entity: ATLAS Travel Club LLC (Delaware / Wyoming)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MARKET OPPORTUNITY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The Broken Public Travel Channel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Why online travel booking forces consumers to overpay by 25% to 40%.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1. Built-in Retail Markups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Public OTAs (Booking Holdings, Expedia) extract 20% to 35% markups on every room.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Over $7 Billion spent annually on Google Search ad bidding wars, funded by retail markups.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Consumers pay full retail prices on every single trip with zero recurring cash 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2. Perishable Inventory Crisis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Hotels suffer from 30%+ average vacancy every night worldwide.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Unsold rooms expire completely worthless at midnight.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Hotels are contractually blocked from discounting publicly without debasing published brand rack rates.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3. The Wholesale Solution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Hotels quietly dump unbooked capacity into B2B wholesale bedbanks at true net rates.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Traditional travel agencies keep the spread as retail profit.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Affluent and frequent travelers have no direct route to purchase at net wholesale prices.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THE VALUE PROPOSITION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Direct 0% Markup Wholesale Pass-Through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Connecting verified members directly to institutional wholesale liquidity at raw cost.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9184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Password-Gated Club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Operates as an exclusive, private members' travel club.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Statutory safe harbor under US Sherman Act § 1 and EU Digital Markets Act (DMA).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Hotels eagerly provide 30%–50% net rates because pricing is hidden behind a paid login.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Zero Retail Markup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100% of the wholesale discount is passed directly to the member.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ATLAS does not take a percentage commission on hotel bookings.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Instant member payback: a single booking saves hundreds of dollars in cash.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Zero Inventory Liabilities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Negative working capital cycle: members pay upon booking; bedbanks settle post-stay.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Zero prepaid room blocks, zero real estate leases, zero balance sheet liabilities.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96% gross margin software subscription ARR ($799/yr) + payment interchange.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REAL-WORLD ECONOMICS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Everyday Hotel Stays: Grounded &amp; Relatable Math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You don't need $1,000/night luxury suites to generate massive, irresistible savings.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4-Night City Break ($240/nt)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London, Paris, Rome, NYC, Barcelona (Everyday 4-Star Hotel).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Public Retail Rate: $240/night = $960 total.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ATLAS Wholesale Rate: $160/night = $640 total.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Cash Saved: +$320 IN POCKET (33% discount).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Recoups nearly half the annual club fee on a single 4-day weekend.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29184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7-Night Family Vacation ($260/nt)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Spain, Greece, Italy, Florida (Standard 4-Star Resort).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Public Retail Rate: $260/night = $1,820 total.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ATLAS Wholesale Rate: $175/night = $1,225 total.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Cash Saved: +$595 IN POCKET (33% discount).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Covers 75% to 100% of the entire annual membership on one holiday.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Annual 3-Trip Profile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Average traveler: 1 holiday + 2 weekend breaks (15 nights total).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Public Retail Spend: $3,740 / year.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ATLAS Wholesale Cost: $2,505 / year.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Direct Cash Saved: +$1,235 TOTAL CASH KEPT.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Less $799 Club Membership = +$436 NET CASH PROFIT in member's pocket every year!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UNIT ECONOMICS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The 4 High-Margin Revenue Engines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Diversified recurring cash flow with 96% software gross margins.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46888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920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1. Subscription ARR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$684 blended annual software fee per subscriber.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96% gross software margin.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Paid upfront on Day 1.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91% annual retention 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46888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2194560"/>
            <a:ext cx="1920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2. Card Interchange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1.85% net interchange on high-ticket card transactions.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Average member spends $18,500/year on travel.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Generates $342/year per active member in pure yield.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246888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1920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3. Price-Drop Arbitrage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Automated rebooking sentinel.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30% performance fee on post-booking price drops.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Pure upside monetization.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920240"/>
            <a:ext cx="246888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2194560"/>
            <a:ext cx="1920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4. Day-1 Payback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Blended CAC: $110.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Lifetime Value (LTV): $4,200+.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LTV:CAC Ratio: 38.4x.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Negative working capital float.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FINANCIAL SCALE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5-Year Financial &amp; Member Scale Model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High-operating-leverage software growth trajectory (USD in Millions except ARPU).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11680"/>
          <a:ext cx="106984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6705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Year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Year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Year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Year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59E0B"/>
                          </a:solidFill>
                        </a:defRPr>
                      </a:pPr>
                      <a:r>
                        <a:t>Year 5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Active Paying Members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1,004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4,850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22,000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65,000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140,000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Subscription ARR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$0.69M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$3.32M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$15.05M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$44.46M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$95.76M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Payment Interchange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$0.34M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$1.66M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$7.53M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$22.24M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$47.91M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Total Net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CBD5E1"/>
                          </a:solidFill>
                        </a:defRPr>
                      </a:pPr>
                      <a:r>
                        <a:t>$1.03M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CBD5E1"/>
                          </a:solidFill>
                        </a:defRPr>
                      </a:pPr>
                      <a:r>
                        <a:t>$4.98M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CBD5E1"/>
                          </a:solidFill>
                        </a:defRPr>
                      </a:pPr>
                      <a:r>
                        <a:t>$22.58M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CBD5E1"/>
                          </a:solidFill>
                        </a:defRPr>
                      </a:pPr>
                      <a:r>
                        <a:t>$66.70M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CBD5E1"/>
                          </a:solidFill>
                        </a:defRPr>
                      </a:pPr>
                      <a:r>
                        <a:t>$143.67M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EBITDA (Cash Flow)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$0.28M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$2.41M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$13.13M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$44.80M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$102.40M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INVESTOR TRUST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The 5 Pillars of Governance &amp; Capital Preservation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Why you can invest with total confidence in fiduciary discipline.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1206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1. Zero Inventory Liability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Pure software clearing model. Zero prepaid room blocks or leases.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If 0 rooms are booked tomorrow, financial liability is exactly $0.00.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1206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9456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2. Founder Frugality ($2.5k/mo)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Founder Pål Juritzen draws a modest stipend of $2,500/month for 10 months.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Zero corporate excess. YC SAFE provides seniority ahead of common units.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51206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8056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3. Live Production Code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Not pitch deck vaporware. Fully functioning Next.js platform running live on Google Cloud Run.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Vertex AI Gemini 2.0 function calling and live B2B bedbank integrations built.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206240"/>
            <a:ext cx="51206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48056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4. Transparent Governance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Monthly KPI dashboards on the 1st of every month.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Schedule K-1 tax packages with optional Section 1202 QSBS tax-free capital gain treatment.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COMMERCIAL EXECUTION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Phases of Development &amp; Rollout Timescale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Current Status: Month 4 (Platform Maturation &amp; Pilot) • 12-Month Path to 1,000 Members ($1.03M ARR).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468880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920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Phase 1: Foundation</a:t>
            </a:r>
            <a:br/>
            <a:r>
              <a:t>(Months 1–3) • Done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Status: 100% Completed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Direct wholesale agreements secured across 650,000+ hotels.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Zero-markup pricing engine &amp; rate comparison built.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Manager-Managed LLC corporate entity formed.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Negative working capital unit economics validated.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4688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2194560"/>
            <a:ext cx="1920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Phase 2: Pilot Testing</a:t>
            </a:r>
            <a:br/>
            <a:r>
              <a:t>(Month 4) • Current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Status: Active (You Are Here)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Member search, room booking &amp; checkout flows operational.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Real-world price audits confirm 30%–50% actual savings.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Digital diligence room &amp; legal framework live.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$75,000 SAFE round open ($5k min ticket) for pre-launch buffer.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2468880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1920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Phase 3: Beta &amp; 100 Mbrs</a:t>
            </a:r>
            <a:br/>
            <a:r>
              <a:t>(Months 5–6) • Upcoming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Status: Next 60 Days (Q2)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Onboarding first 100 private founding members by invitation.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Live bookings executed with 24/7 VIP concierge check-in.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Activation of referral program ('Give $100, Get $100').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Refine booking conversion &amp; collect verified reviews.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920240"/>
            <a:ext cx="2468880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2194560"/>
            <a:ext cx="1920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Phase 4: Scale to 1k</a:t>
            </a:r>
            <a:br/>
            <a:r>
              <a:t>(Months 7–12) • Expansion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Status: Target Scale (Q3–Q4)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Commercial launch across key European and US business hubs.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Executive club and corporate travel partnerships.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Scale to 1,000 paying members ($1.03M ARR, cash-flow breakeven).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Series Seed institutional financing ($15M–$20M valuation).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WHAT'S IN IT FOR YOU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Check Size Return Scenarios ($1.75M Valuation Cap)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Substantial financial upside across Series Seed markup, M&amp;A buyouts, and dividend yields.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$5,000 Minimum Ticket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Implied Equity Cap: ~0.29%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Seed Round Markup: $43k–$57k (8.6x–11.4x paper markup in 12–15 mos)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Mid-Market M&amp;A (Yr 3 @ $60M): $171,000 in cash (34.3x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Scale Buyout (Yr 4–5 @ $175M): $500,000 in cash (100x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Annual Cash Dividend (Yr 3): ~$37,500 / year (750% annual cash yield)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29184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$25,000 Recommended Check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Implied Equity Cap: ~1.43%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Seed Round Markup: $214k–$286k (8.6x–11.4x paper markup)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Mid-Market M&amp;A (Yr 3 @ $60M): $857,000 in cash (34.3x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Scale Buyout (Yr 4–5 @ $175M): $2.50 Million in cash (100x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Annual Cash Dividend (Yr 3): ~$187,500 / year (750% annual cash yield)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$75,000 Full Round Allocation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Implied Equity Cap: ~4.29%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Seed Round Markup: $643k–$857k (8.6x–11.4x paper markup)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Mid-Market M&amp;A (Yr 3 @ $60M): $2.57 Million in cash (34.3x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Scale Buyout (Yr 4–5 @ $175M): $7.50 Million in cash (100x return)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Annual Cash Dividend (Yr 3): ~$562,500 / year (750% annual cash yield)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LIQUIDITY OPTIONS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Strategic Buyer Universe &amp; Precedent Transactions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Why premium card issuers, neo-banks, and global OTAs pay aggressive premiums.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Capital One / Velocity Black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$297M Strategic Acquisition.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Acquired to capture affluent consumer card spend and travel booking yield without paying OTA tolls.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Validates high-net-worth membership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JPMorgan Chase / Frosch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Strategic Travel Asset Acquisition.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Acquired luxury agency handling $1.5B+ in travel spend to internalize Sapphire Reserve cardholder margins.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2918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194560"/>
            <a:ext cx="2743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PE Dividend Recapitalization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Asset-light high EBITDA allows buyout recapitalizations at 8x–12x EBITDA.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Enables significant cash distributions to early angel investors without requiring an IPO.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CLOSING THE ROUND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Capital Allocation &amp; Milestone Execution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10-month lean runway to achieve 1,000 active members and $1.03M ARR.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12064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Strict $75,000 Runway Budget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Founder Stipend ($25,000 / 33.3%): $2,500/mo for 10 months for full-time execution.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Dev Contractor Sprints ($18,000 / 24.0%): Synchronous bedbank reconciliation and card rails.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Member Acquisition &amp; Infrastructure ($32,000 / 42.7%): Direct outreach, Google Cloud, legal &amp; LLC safe harbor filings.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Target Milestone: 1,000 paying members ($1.03M ARR) to price Series Seed at $15M–$20M valuation.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12064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9456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Investor Perks &amp; Contact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Lifetime Sovereign VIP Club Membership ($1,799/yr waived permanently).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Direct WhatsApp Concierge with Founder Pål Juritzen for personal/corporate travel.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Formal YC Post-Money SAFE agreement ready for digital countersignature.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Inquiries: executive@atlas-travel-club.com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• Portal: http://localhost:3010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